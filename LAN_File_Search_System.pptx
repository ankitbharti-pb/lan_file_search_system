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LAN FILE SEARCH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BCCDD"/>
                </a:solidFill>
                <a:latin typeface="Calibri"/>
              </a:defRPr>
            </a:pPr>
            <a:r>
              <a:t>AI-Powered Enterprise Document Search  |  Runs Entirely on 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A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A5E8C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Natural language search across PDFs, Word docs, Excel, CSV files on your local network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AI-synthesized answers with precise source attribution and confidence scoring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Multi-vector semantic search combined with keyword matching (RRF fusion)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Runs entirely on-premise — no data leaves your 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A5E8C"/>
                </a:solidFill>
                <a:latin typeface="Calibri"/>
              </a:defRPr>
            </a:pPr>
            <a:r>
              <a:t>ARCHITECTURE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493776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Documents</a:t>
            </a:r>
            <a:r>
              <a:rPr sz="1000" b="0">
                <a:solidFill>
                  <a:srgbClr val="666666"/>
                </a:solidFill>
                <a:latin typeface="Calibri"/>
              </a:rPr>
              <a:t> (PDF, DOCX, XLSX, CSV)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VLM-Powered Extraction</a:t>
            </a:r>
            <a:r>
              <a:rPr sz="1000" b="0">
                <a:solidFill>
                  <a:srgbClr val="666666"/>
                </a:solidFill>
                <a:latin typeface="Calibri"/>
              </a:rPr>
              <a:t> (layout-aware parsing)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LLM Enrichment</a:t>
            </a:r>
            <a:r>
              <a:rPr sz="1000" b="0">
                <a:solidFill>
                  <a:srgbClr val="666666"/>
                </a:solidFill>
                <a:latin typeface="Calibri"/>
              </a:rPr>
              <a:t> (contextual metadata)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Semantic Chunking</a:t>
            </a:r>
            <a:r>
              <a:rPr sz="1000" b="0">
                <a:solidFill>
                  <a:srgbClr val="666666"/>
                </a:solidFill>
                <a:latin typeface="Calibri"/>
              </a:rPr>
              <a:t> (overlap + enriched chunks)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Multi-Vector Indexing</a:t>
            </a:r>
            <a:r>
              <a:rPr sz="1000" b="0">
                <a:solidFill>
                  <a:srgbClr val="666666"/>
                </a:solidFill>
                <a:latin typeface="Calibri"/>
              </a:rPr>
              <a:t> (FAISS dense + BM25 sparse)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Hybrid Search</a:t>
            </a:r>
            <a:r>
              <a:rPr sz="1000" b="0">
                <a:solidFill>
                  <a:srgbClr val="666666"/>
                </a:solidFill>
                <a:latin typeface="Calibri"/>
              </a:rPr>
              <a:t> (RRF rank fusion + HyDE)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 b="1">
                <a:solidFill>
                  <a:srgbClr val="1B3A5C"/>
                </a:solidFill>
                <a:latin typeface="Calibri"/>
              </a:rPr>
              <a:t>    ↓  AI Synthesis + Response</a:t>
            </a:r>
            <a:r>
              <a:rPr sz="1000" b="0">
                <a:solidFill>
                  <a:srgbClr val="666666"/>
                </a:solidFill>
                <a:latin typeface="Calibri"/>
              </a:rPr>
              <a:t> (attributed answers)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A5E8C"/>
                </a:solidFill>
                <a:latin typeface="Calibri"/>
              </a:defRPr>
            </a:pPr>
            <a:r>
              <a:t>KEY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333333"/>
                </a:solidFill>
                <a:latin typeface="Calibri"/>
              </a:defRPr>
            </a:pPr>
            <a:r>
              <a:t>FastAPI  ·  React + TailwindCSS  ·  FAISS  ·  Sentence Transformers  ·  OpenAI / Gemini  ·  HyDE  ·  SQLite  ·  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32588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A5E8C"/>
                </a:solidFill>
                <a:latin typeface="Calibri"/>
              </a:defRPr>
            </a:pPr>
            <a:r>
              <a:t>SEARCH RESULTS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620520"/>
            <a:ext cx="2722820" cy="2907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N_Search_resu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560" y="1645920"/>
            <a:ext cx="2672020" cy="28570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4548721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Policy search query with AI-synthesized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889081"/>
            <a:ext cx="2722820" cy="126279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N_search_resul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60" y="4914481"/>
            <a:ext cx="2672020" cy="12119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52160" y="617219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SOP document search with source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AABBCC"/>
                </a:solidFill>
                <a:latin typeface="Calibri"/>
              </a:defRPr>
            </a:pPr>
            <a:r>
              <a:t>Built with FastAPI + React  |  FAISS + BM25 Hybrid Search  |  OpenAI / Gemini LLM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