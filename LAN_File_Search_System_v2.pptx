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A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LAN FILE SEARCH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AI-Powered Enterprise Document Search  |  Runs Entirely on 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5E8C"/>
                </a:solidFill>
                <a:latin typeface="Calibri"/>
              </a:defRPr>
            </a:pPr>
            <a:r>
              <a:t>USE CASE 1  —  Policy Document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3474720" cy="3520440"/>
          </a:xfrm>
          <a:prstGeom prst="rect">
            <a:avLst/>
          </a:prstGeom>
          <a:solidFill>
            <a:srgbClr val="EEF2F7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320040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USER QUERY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2A5E8C"/>
                </a:solidFill>
                <a:latin typeface="Calibri"/>
              </a:rPr>
              <a:t>“</a:t>
            </a:r>
            <a:r>
              <a:rPr sz="1300" b="0" i="1">
                <a:solidFill>
                  <a:srgbClr val="1B3A5C"/>
                </a:solidFill>
                <a:latin typeface="Calibri"/>
              </a:rPr>
              <a:t>hospitalization benefit and charges for reassure2.0</a:t>
            </a:r>
            <a:r>
              <a:rPr sz="1800" b="1" i="0">
                <a:solidFill>
                  <a:srgbClr val="2A5E8C"/>
                </a:solidFill>
                <a:latin typeface="Calibri"/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81328"/>
            <a:ext cx="7345375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81328"/>
            <a:ext cx="50800" cy="3520440"/>
          </a:xfrm>
          <a:prstGeom prst="rect">
            <a:avLst/>
          </a:prstGeom>
          <a:solidFill>
            <a:srgbClr val="2A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18488"/>
            <a:ext cx="7025335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AI ANSWER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The hospitalization benefit under ReAssure 2.0 covers expenses related to reaching a hospital, during hospitalization, and before and after hospitalization, up to the Base Sum Insured for a single claim (Clause: Note, ReAssure-2.0-Policy-Wording.pdf). Additionally, the policy includes coverage for expenses incurred 60 days prior to admission and 180 days after discharge if related to the same condition (Clause: 4.2.2, ReAssure-2.0-Policy-Wording.pdf).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000" b="1">
                <a:solidFill>
                  <a:srgbClr val="1B3A5C"/>
                </a:solidFill>
                <a:latin typeface="Calibri"/>
              </a:defRPr>
            </a:pPr>
            <a:r>
              <a:t>Charges Covered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Expenses in reaching the hospital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Hospitalization expenses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Pre- and post-hospitalization expenses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Home care/domiciliary treatment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Organ donor expenses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000" b="1">
                <a:solidFill>
                  <a:srgbClr val="1B3A5C"/>
                </a:solidFill>
                <a:latin typeface="Calibri"/>
              </a:defRPr>
            </a:pPr>
            <a:r>
              <a:t>Additional Benefits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Hospital Cash: A fixed amount per day for hospitalization, up to 30 days, payable if hospitalized for 48 hours or more (Clause: 4.14, ReAssure-2.0-Policy-Wording.pdf).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Shared Accommodation Cash Benefit: Additional daily amount if opting for a shared room (Clause: 4.11, ReAssure-2.0-Policy-Wording.pdf).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000" b="1">
                <a:solidFill>
                  <a:srgbClr val="1B3A5C"/>
                </a:solidFill>
                <a:latin typeface="Calibri"/>
              </a:defRPr>
            </a:pPr>
            <a:r>
              <a:t>Important Notes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Expenses in reaching hospital and pre/post-hospitalization for the first-ever hospitalization are considered as part of the initial claim (Note: Year 1).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The maximum payable for any claim is the Base Sum Insured (Note: Year 1).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•  Charges for ICU, organ donor, and other specific expenses are also covered as per the detailed policy provisions, but the core hospitalization benefit primarily includes the above components.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alibri"/>
              </a:rPr>
              <a:t>Source: </a:t>
            </a:r>
            <a:r>
              <a:rPr sz="900" b="0" i="0">
                <a:solidFill>
                  <a:srgbClr val="1A7A4C"/>
                </a:solidFill>
                <a:latin typeface="Calibri"/>
              </a:rPr>
              <a:t>ReAssure-2.0-Policy-Wording.pdf (10 chunks)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5E8C"/>
                </a:solidFill>
                <a:latin typeface="Calibri"/>
              </a:defRPr>
            </a:pPr>
            <a:r>
              <a:t>USE CASE 2  —  SOP Document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30368"/>
            <a:ext cx="3474720" cy="1600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367528"/>
            <a:ext cx="3200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USER QUERY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2A5E8C"/>
                </a:solidFill>
                <a:latin typeface="Calibri"/>
              </a:rPr>
              <a:t>“</a:t>
            </a:r>
            <a:r>
              <a:rPr sz="1300" b="0" i="1">
                <a:solidFill>
                  <a:srgbClr val="1B3A5C"/>
                </a:solidFill>
                <a:latin typeface="Calibri"/>
              </a:rPr>
              <a:t>mobile number change sop for niva</a:t>
            </a:r>
            <a:r>
              <a:rPr sz="1800" b="1" i="0">
                <a:solidFill>
                  <a:srgbClr val="2A5E8C"/>
                </a:solidFill>
                <a:latin typeface="Calibri"/>
              </a:rPr>
              <a:t>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5230368"/>
            <a:ext cx="734537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5230368"/>
            <a:ext cx="50800" cy="1600200"/>
          </a:xfrm>
          <a:prstGeom prst="rect">
            <a:avLst/>
          </a:prstGeom>
          <a:solidFill>
            <a:srgbClr val="2A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367528"/>
            <a:ext cx="702533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AI ANSWER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To change your mobile number with Niva, you need to follow the process via PB MyAccount, where you can complete the update through OTP verification.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The change is processed as an instant endorsement, and an endorsement letter (EL) is sent to your registered email.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alibri"/>
              </a:rPr>
              <a:t>Source: </a:t>
            </a:r>
            <a:r>
              <a:rPr sz="900" b="0" i="0">
                <a:solidFill>
                  <a:srgbClr val="1A7A4C"/>
                </a:solidFill>
                <a:latin typeface="Calibri"/>
              </a:rPr>
              <a:t>updated_sop2.csv (10 chunks)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AABBCC"/>
                </a:solidFill>
                <a:latin typeface="Calibri"/>
              </a:defRPr>
            </a:pPr>
            <a:r>
              <a:t>FastAPI + React  |  FAISS + BM25 Hybrid Search  |  Sentence Transformers  |  OpenAI /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